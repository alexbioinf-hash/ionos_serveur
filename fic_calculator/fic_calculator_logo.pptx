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70" y="5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D32AB5-D26F-972F-AC10-03D747446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BD4855B-7C96-D968-639E-D85F01B2F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BC25AA-3362-5AA0-A2B1-5549B071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17938E-98DB-ECF0-32D2-74269EE1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537A4A-4F26-B175-E662-87E593760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97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6EF297-4203-1997-3BEC-8474CCF3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1A9461-46E6-2E38-3487-28F513C12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CCFDE1-371E-7200-5F49-967278D56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A29008-C623-2D55-390A-CCBD8776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D545CE-F72D-3E3F-3874-B85ADE21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00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D61AC9-2E45-DB66-D43C-DC8DC430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F74E01-7BBD-ECFE-9683-6C82E5AC7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B6B62E-7E2D-CE28-0C69-40AE9DF80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D0E480-C5B8-4E80-83DC-F97FD640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2EF195-A2D6-0B12-735A-E531DC2D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7414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CBC3AA-7375-168C-583E-773C827B0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E54F6A-C7F5-EFE2-8059-FBD0D1337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8E8508-03F1-B4F7-753F-E849749AB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1D6D47-ABB9-658E-0F3A-552A56F1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FB7303-9B5E-1608-2662-96A07C89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A26CFA-5050-9E03-D8AE-56EA41C9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869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F95CE6-A505-CC3B-7FF5-6FC86DF0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0AD2FA-054D-656F-7643-6B7C6DB67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41A917-2E09-170C-9A24-413CB9622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49ABD62-A49A-0E78-DE85-72904DAFA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9D78197-CC59-16BC-6714-8DAB9CE45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A7C1F45-1761-AFB6-8DBB-C0E4EE54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8B34959-FA13-6483-67D9-74BA73D4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3073EF-E54B-CF23-C1E6-85E1E6CC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64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219DA1-EEB2-8076-0920-50E86E717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E1DCE39-58E4-630C-4533-04A9DD9D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A0FD6B-A9DE-8F00-A37D-0C0A7ED4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03E33C3-DE8E-3E08-EE9F-3F2B09708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95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8DBD6E-FB2B-1576-2D40-BBA703DB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A3C11CA-72A0-C184-4D15-EB0900B05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E0D76-8FED-F32B-15F0-63390DABE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484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E4775E-E73A-3C88-6730-E8D933CF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794B7C-EDA7-6D04-6D8B-D8CC67102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6BE7EC-E1C2-845B-B566-D9088D711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3985A9-1F51-AEBE-8C40-86AD386B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C66F10-7BD7-FC8E-E638-A3BA8D00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2241E3-A111-988A-8A42-DCFFDBBE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554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6F6ED6-1740-7AD1-2854-6BAB524B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36DFBCA-E867-4BF3-8542-333A9FE39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809D5F-97E9-CF5D-8044-EBAB0EF1C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4C3A93-B28F-FA0A-F5C7-BA4A3A39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5540E1-9A47-12F2-1854-D57756D7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C22058E-D0D2-EAC5-3D7A-C74CF4D67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61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86355F-D5E1-DBB8-F3D6-3360673E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26DA9A-68E0-DECF-363F-78A0AA837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8DC1C4-B609-4E87-1738-DDBD211FA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A89794-8419-C957-937E-4563B3F7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7CA524-5B6F-F7C1-E8CE-B30B211C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514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4AFD98-CADD-6D89-DD93-8CF244AC1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C7460B-7D41-8229-EB9A-48759F7C4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BC89A5-7AF0-D170-ED98-9003C79D3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C9BE6E-C88F-0FFD-3524-B086BC46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7019A-CE67-5444-914F-515DB186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718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DD5632-09A9-1C4C-40BB-17FF967E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09D037-C2E5-C9D0-6362-0C613DA04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FBADBB-9FE7-9061-5DB7-E386A9646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C6EB1-18D5-475B-BB76-B50CFAB06AC8}" type="datetimeFigureOut">
              <a:rPr lang="fr-FR" smtClean="0"/>
              <a:t>17/02/2025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5EB8BE-7587-AFDE-AECF-BA3AC443A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1F85C7-8771-B955-8EEB-5015DA087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BDB0A-4B2E-415E-ACEA-BFAB4F20B8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76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108FC-78BF-4D82-4CDD-9FBF93F2C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182" y="2938042"/>
            <a:ext cx="9144000" cy="981916"/>
          </a:xfrm>
        </p:spPr>
        <p:txBody>
          <a:bodyPr>
            <a:normAutofit fontScale="90000"/>
          </a:bodyPr>
          <a:lstStyle/>
          <a:p>
            <a:r>
              <a:rPr lang="fr-FR" sz="6600" b="1" dirty="0"/>
              <a:t>FI C CALCULAT   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A21EB1D-24BA-8E59-ACB6-E26890E54F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37303" t="17917" r="36909" b="28791"/>
          <a:stretch/>
        </p:blipFill>
        <p:spPr>
          <a:xfrm>
            <a:off x="3492501" y="3127194"/>
            <a:ext cx="292099" cy="603611"/>
          </a:xfrm>
          <a:prstGeom prst="roundRect">
            <a:avLst/>
          </a:prstGeom>
        </p:spPr>
      </p:pic>
      <p:pic>
        <p:nvPicPr>
          <p:cNvPr id="9" name="Graphique 8" descr="Boîte de Pétri contour">
            <a:extLst>
              <a:ext uri="{FF2B5EF4-FFF2-40B4-BE49-F238E27FC236}">
                <a16:creationId xmlns:a16="http://schemas.microsoft.com/office/drawing/2014/main" id="{03890679-4391-1DEC-816B-5A0F6FCB1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5342" y="3127194"/>
            <a:ext cx="632320" cy="63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139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FI C CALCULAT   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godmer</dc:creator>
  <cp:lastModifiedBy>alexandre godmer</cp:lastModifiedBy>
  <cp:revision>1</cp:revision>
  <dcterms:created xsi:type="dcterms:W3CDTF">2025-02-17T14:25:02Z</dcterms:created>
  <dcterms:modified xsi:type="dcterms:W3CDTF">2025-02-17T14:33:52Z</dcterms:modified>
</cp:coreProperties>
</file>